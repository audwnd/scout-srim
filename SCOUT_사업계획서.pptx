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56B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566928"/>
            <a:ext cx="201168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566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UNAD Corp.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62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6858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AI가 먼저 발굴하는 국내주식 저평가 우량주 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사업계획서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기밀자료 · 대외비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사업계획서 목차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SCOUT · UNAD Corp.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969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핵심 요약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19072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190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17739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문제 정의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084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개인투자자의 정보 불균형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23744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578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솔루션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889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SCOUT 서비스 개요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28416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284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383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핵심 기술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694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기반 S-RIM 분석 엔진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3308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33088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330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187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시장 분석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498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TAM·SAM·SOM 및 경쟁 현황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14400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969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서비스 기능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1280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주요 기능 및 콘텐츠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71907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719072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17190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04688" y="17739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수익 모델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04688" y="2084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멤버십 구조 및 B2B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52374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523744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04688" y="2578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성장 로드맵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04688" y="2889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Phase 1~3 실행 계획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32841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328416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33284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04688" y="3383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팀 및 역량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504688" y="3694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기술력 및 벤처 인증 근거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13308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4133088"/>
            <a:ext cx="109728" cy="6583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41330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504688" y="4187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재무 계획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504688" y="4498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투자 유치 전략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01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9144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SCOUT는 국내주식 시장에 특화된 기업 실적 기반 저평가 우량주 정보를 제공하는 AI 투자 앱입니다.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38528"/>
            <a:ext cx="2011680" cy="2011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76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B0"/>
                </a:solidFill>
              </a:rPr>
              <a:t>1,400만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국내 개인투자자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938528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938528"/>
            <a:ext cx="201168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2176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2,793개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50592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분석 대상 종목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938528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938528"/>
            <a:ext cx="201168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2176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5가지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복합 가치평가 지표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938528"/>
            <a:ext cx="201168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938528"/>
            <a:ext cx="201168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2176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9분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전종목 스크리닝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859536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01568"/>
            <a:ext cx="109728" cy="14813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56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핵심 차별점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858768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803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국내 유일 S-RIM(잔여이익모델) 기반 적정주가 자동 계산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858768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3803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PER · PBR · DCF · EV/EBITDA · 배당수익률 다중 지표 통합 저평가 판정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24281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187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외국인·기관 순매수 + S-RIM 저평가 교차 분석 — 타 서비스 미제공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24281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4187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꾸준한 배당 우량주 선별 + 실적 기반 필터링 결합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02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문제 정의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개인투자자의 정보 불균형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2743200" cy="2011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521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6B0"/>
                </a:solidFill>
              </a:rPr>
              <a:t>1,400만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국내 개인투자자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전체 인구의 27%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896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896112"/>
            <a:ext cx="274320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1521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</a:rPr>
              <a:t>83%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182112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전문 분석 도구 부재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일반 개인투자자 기준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896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896112"/>
            <a:ext cx="274320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11521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</a:rPr>
              <a:t>-12%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89904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개인 연평균 수익률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9904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기관 대비 정보격차 심각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개인투자자가 겪는 3가지 핵심 문제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109728" cy="530352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① 정보 접근성 부재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30906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복잡한 재무제표·가치평가 공식 — 전문가 없이는 해석 불가능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85032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85032"/>
            <a:ext cx="109728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712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② 중소형주 정보 공백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37124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증권사 리포트는 대형주 위주 — 저평가 중소형 우량주 분석 공백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06824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306824"/>
            <a:ext cx="109728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334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③ 통합 분석 도구 없음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433425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ROE·PBR·DCF·배당·외국인매수 등 다중 지표를 한 곳에서 볼 수 없음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03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솔루션 — SCOUT 서비스 개요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896112"/>
            <a:ext cx="5120640" cy="9144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896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SCOUT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371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국내주식 실적 기반 저평가 우량주 발굴 AI 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93392"/>
            <a:ext cx="109728" cy="120700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S-RIM 적정주가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사경인 RIM 공식 기반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전종목 자동 적정주가 산출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993392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993392"/>
            <a:ext cx="109728" cy="1207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다중 지표 분석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450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PER·PBR·DCF·EV·배당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저평가/고평가 자동 배지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993392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93392"/>
            <a:ext cx="109728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스크리닝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450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2,793개 종목 9분 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저평가 우량주 랭킹 제공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83280"/>
            <a:ext cx="109728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474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외국인·기관 동향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순매수/순매도 순위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S-RIM 저평가 교차 분석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3383280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3383280"/>
            <a:ext cx="109728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474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배당 우량주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3년 이상 연속 배당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배당 성장 종목 선별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383280"/>
            <a:ext cx="26974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3383280"/>
            <a:ext cx="109728" cy="1207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3474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공시 이벤트 감지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KRX 실시간 공시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위험 종목 자동 경고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04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핵심 기술 — AI 기반 S-RIM 분석 엔진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8046720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896112"/>
            <a:ext cx="1536192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96112"/>
            <a:ext cx="1536192" cy="2011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96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B0"/>
                </a:solidFill>
              </a:rPr>
              <a:t>데이터 수집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FnGuide SVD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자동 파싱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075688"/>
            <a:ext cx="274320" cy="274320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12" name="Shape 10"/>
          <p:cNvSpPr/>
          <p:nvPr/>
        </p:nvSpPr>
        <p:spPr>
          <a:xfrm>
            <a:off x="2075688" y="896112"/>
            <a:ext cx="1536192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75688" y="896112"/>
            <a:ext cx="1536192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075688" y="896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7568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AI 필터링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5688" y="1783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재무건전성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자동 스크리닝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20756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3767328" y="896112"/>
            <a:ext cx="1536192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67328" y="896112"/>
            <a:ext cx="1536192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767328" y="896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6732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가치평가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67328" y="1783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S-RIM V33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엑셀 엔진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07568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58968" y="896112"/>
            <a:ext cx="1536192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58968" y="896112"/>
            <a:ext cx="1536192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458968" y="896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다중 지표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1783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PER/PBR/DCF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통합 판정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07568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7150608" y="896112"/>
            <a:ext cx="1536192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50608" y="896112"/>
            <a:ext cx="1536192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150608" y="896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0608" y="1371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결과 제공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1783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저평가 랭킹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배지·알림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207568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675888"/>
            <a:ext cx="8595360" cy="126187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7490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기술 혁신성 — 벤처인증 요건 충족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133088"/>
            <a:ext cx="128016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40782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국내 유일 S-RIM 기반 전종목 적정주가 자동화 (2,793개 · 9분)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133088"/>
            <a:ext cx="128016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40782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컨센서스 ROE + 실적 ROE 하이브리드 추정 — 과대평가 방지 알고리즘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480560"/>
            <a:ext cx="128016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4425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FnGuide 비정형 HTML 실시간 파싱 및 구조화 기술 (자체 개발)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4480560"/>
            <a:ext cx="128016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5010912" y="4425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외국인·기관 순매수 × S-RIM 저평가 교차 분석 — 업계 최초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05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시장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TAM · SAM · SOM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144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전체 시장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3350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국내 개인투자자 전체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914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1,400만명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71600" y="1993392"/>
            <a:ext cx="640080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199339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0665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 가능 시장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414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가치투자 관심 투자자 (30%)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99339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420만명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286000" y="3072384"/>
            <a:ext cx="45720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307238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145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초기 목표 시장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493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2027년 MAU 목표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723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10만명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경쟁사 포지셔닝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아이투자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91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S-RIM 없음, 적정주가 미제공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4572000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42032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젠포트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42032" y="4791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투자 정보 없음, 전략 도구 중심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4572000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18304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스톡베리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4791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국내주식 실적 분석 미특화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4572000"/>
            <a:ext cx="2011680" cy="43891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94576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SCOUT 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94576" y="4791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S-RIM + 다중지표 + 배당 통합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06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서비스 기능 — 주요 콘텐츠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206240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4206240" cy="2011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52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📊 종목 분석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S-RIM 적정주가 (매수가·적정가·매도가)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PER·PBR·DCF·EV/EBITDA 배지 판정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ROE 추이·배열·추세 신호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DCF 현금흐름 기반 적정주가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공시 이벤트 실시간 연동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896112"/>
            <a:ext cx="4206240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96112"/>
            <a:ext cx="420624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52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🔍 스크리닝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17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전종목 저평가 랭킹 (9분 내)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컨센서스 + ROE 개선 추세 엄선모드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재무건전성 자동 필터 (부채·적자 제거)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258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관리종목·상장폐지 위험 자동 체크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SCOUT 점수 (0~100점) 종합 평가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4206240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80944"/>
            <a:ext cx="42062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2369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🏦 투자자 동향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602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외국인 순매수/순매도 TOP 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849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기관 순매수/순매도 TOP 20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096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외국인+기관 동시 순매수 교차 분석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343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연속 N일 순매수 종목 추적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590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S-RIM 저평가 × 외국인매수 교차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980944"/>
            <a:ext cx="4206240" cy="1901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80944"/>
            <a:ext cx="42062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2369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💰 배당 우량주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602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3년 이상 연속 배당 종목 선별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849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배당 성장 (DPS 연속 증가) 종목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4096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배당수익률 2% 이상 저평가 필터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343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배당성향 20~60% 안정 종목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4590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배당 + S-RIM 저평가 복합 선별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07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수익 모델 — 멤버십 구조 및 B2B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376732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무료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194560" cy="27432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종목 검색 5회/일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기본 S-RIM 적정주가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주요 지표 조회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외국인·기관 TOP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배당 기본 정보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743200" cy="3767328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546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₩9,900/월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29000" y="1993392"/>
            <a:ext cx="2194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무제한 종목 검색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전종목 스크리닝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외국인·기관 TOP 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배당 우량주 리스트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공시 이벤트 알림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SCOUT 점수 전체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868680"/>
            <a:ext cx="2743200" cy="3767328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PREMIUM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3504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₩29,900/월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1993392"/>
            <a:ext cx="2194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PRO 전체 포함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AI 종목 요약 리포트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외국인+기관 교차 분석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아침 저평가 알림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관심종목 포트폴리오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맞춤 스크리닝 조건 저장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B2B: 소형 자산운용사·투자자문사 API 라이센싱  |  기업 재무 분석 리포트 판매  |  퀀트 데이터 제공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08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성장 로드맵 — Phase 1~3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0" cy="20116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 상반기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2578608"/>
            <a:ext cx="384048" cy="384048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</a:rPr>
              <a:t>웹 서비스 론칭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법인 설립 + 벤처기업 인증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win32com → Python 엔진 전환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클라우드 서버 이전 (Linux)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베타 서비스 오픈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초기 사용자 1,000명 확보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FREE·PRO 멤버십 도입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526280"/>
            <a:ext cx="2743200" cy="411480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목표  MAU 1천명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82112" y="868680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868680"/>
            <a:ext cx="274320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182112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82112" y="1133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 하반기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25112" y="257860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32511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9272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서비스 고도화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9272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외국인·기관 순매수 기능 추가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9272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배당 우량주 탭 출시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19272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SCOUT 점수 시스템 도입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9272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AI 종목 요약 (Claude API)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19272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PREMIUM 멤버십 도입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19272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MAU 1만명 목표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82112" y="4526280"/>
            <a:ext cx="2743200" cy="4114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82112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목표  MAU 1만명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9904" y="868680"/>
            <a:ext cx="274320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868680"/>
            <a:ext cx="27432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089904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89904" y="1133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2027~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257860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723290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27064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앱 출시 + 확장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27064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iOS / Android 앱 출시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27064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회원 관심종목 포트폴리오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27064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B2B API 라이센싱 개시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27064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시리즈A 투자 유치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27064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MAU 10만명 목표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27064" y="3319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·  글로벌 확장 검토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89904" y="4526280"/>
            <a:ext cx="2743200" cy="4114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89904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목표  MAU 10만명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09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팀 및 역량 — 벤처기업 인증 근거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109728" cy="175564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B0"/>
                </a:solidFill>
              </a:rPr>
              <a:t>기술 혁신성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" y="1389888"/>
            <a:ext cx="128016" cy="128016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3350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국내 유일 S-RIM 기반 전종목 적정주가 자동화 시스템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9744" y="1389888"/>
            <a:ext cx="128016" cy="128016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3350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FnGuide 비정형 데이터 실시간 파싱·구조화 독자 기술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1865376"/>
            <a:ext cx="128016" cy="128016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18105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하이브리드 ROE 추정 알고리즘 (컨센서스 + 실적 가중평균)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9744" y="1865376"/>
            <a:ext cx="128016" cy="128016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18105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외국인·기관 순매수 × S-RIM 저평가 교차 분석 엔진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859536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109728" cy="17556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26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사업 성장성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" y="3328416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2735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국내 개인투자자 1,400만명 — 대규모 타겟 시장 실재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3328416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32735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SaaS 구독 모델 — 안정적 반복 수익 구조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" y="3803904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749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스톡베리·토스증권 등 동종 서비스 고속 성장 시장 검증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9744" y="3803904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3749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B2B API 라이센싱 — 수익 다각화 및 확장성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신청: www.smes.go.kr/venturein  |  유형: 혁신성장유형  |  평가기관: 신용보증기금·중소벤처기업진흥공단  |  처리기간: 45일  |  유효기간: 3년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10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재무 계획 — 투자 유치 전략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투자 단계별 계획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1481328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274320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Pre-Seed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2026 상반기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자기자본원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법인설립·서버·개발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1298448"/>
            <a:ext cx="2743200" cy="1481328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298448"/>
            <a:ext cx="2743200" cy="29260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4" name="Text 12"/>
          <p:cNvSpPr/>
          <p:nvPr/>
        </p:nvSpPr>
        <p:spPr>
          <a:xfrm>
            <a:off x="3182112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2026 하반기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5,000만~1억원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73552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마케팅·인력채용·기능고도화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1298448"/>
            <a:ext cx="2743200" cy="148132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298448"/>
            <a:ext cx="27432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시리즈A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5억~10억원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81344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앱개발·B2B영업·글로벌확장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수익 전망 (구독 기준)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1828800" cy="34747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연도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3337560"/>
            <a:ext cx="2103120" cy="34747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0" y="3337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337560"/>
            <a:ext cx="1828800" cy="34747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유료 전환 (10%)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337560"/>
            <a:ext cx="2286000" cy="34747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월 예상 매출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1828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2026 H2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3749040"/>
            <a:ext cx="21031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28600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1,000명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749040"/>
            <a:ext cx="1828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100명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3749040"/>
            <a:ext cx="22860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83680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~100만원/월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133088"/>
            <a:ext cx="1828800" cy="347472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2027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4133088"/>
            <a:ext cx="2103120" cy="347472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28600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10,000명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4133088"/>
            <a:ext cx="1828800" cy="347472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1,000명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0" y="4133088"/>
            <a:ext cx="2286000" cy="347472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8368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B0"/>
                </a:solidFill>
              </a:rPr>
              <a:t>~1,000만원/월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4517136"/>
            <a:ext cx="1828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4517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2028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86000" y="4517136"/>
            <a:ext cx="21031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286000" y="4517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100,000명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0" y="4517136"/>
            <a:ext cx="18288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0" y="4517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10,000명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83680" y="4517136"/>
            <a:ext cx="228600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83680" y="4517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~1억원/월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A56B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0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먼저 발굴합니다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858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국내주식 실적 기반 저평가 우량주, SCOUT가 먼저 찾아드립니다.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423160" cy="212140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04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기술 혁신성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S-RIM 자동화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국내 유일 솔루션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2148840"/>
            <a:ext cx="2423160" cy="21214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2304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시장 성장성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1,400만 개인투자자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SaaS 반복 수익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52744" y="2148840"/>
            <a:ext cx="2423160" cy="21214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52744" y="2304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차별화 전략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52744" y="2743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저평가 + 외국인·기관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+ 배당 복합 분석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4622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UNAD Corp.  ·  서비스명: SCOUT  ·  혁신성장유형 벤처기업 인증 신청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사업계획서 - UNAD Corp.</dc:title>
  <dc:subject>PptxGenJS Presentation</dc:subject>
  <dc:creator>PptxGenJS</dc:creator>
  <cp:lastModifiedBy>PptxGenJS</cp:lastModifiedBy>
  <cp:revision>1</cp:revision>
  <dcterms:created xsi:type="dcterms:W3CDTF">2026-04-03T08:04:56Z</dcterms:created>
  <dcterms:modified xsi:type="dcterms:W3CDTF">2026-04-03T08:04:56Z</dcterms:modified>
</cp:coreProperties>
</file>